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9050000" cy="10715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80A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63" y="4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B59AB94-5601-7860-CC5D-C3DB59CC1331}"/>
              </a:ext>
            </a:extLst>
          </p:cNvPr>
          <p:cNvSpPr/>
          <p:nvPr/>
        </p:nvSpPr>
        <p:spPr>
          <a:xfrm>
            <a:off x="6944762" y="8627952"/>
            <a:ext cx="5160475" cy="669956"/>
          </a:xfrm>
          <a:prstGeom prst="rect">
            <a:avLst/>
          </a:prstGeom>
          <a:solidFill>
            <a:srgbClr val="80ABF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9C978-C22F-DC62-41CD-1B2C8673F8D9}"/>
              </a:ext>
            </a:extLst>
          </p:cNvPr>
          <p:cNvSpPr txBox="1"/>
          <p:nvPr/>
        </p:nvSpPr>
        <p:spPr>
          <a:xfrm>
            <a:off x="6351759" y="8729423"/>
            <a:ext cx="6346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강지민 권유담 최영은 </a:t>
            </a:r>
            <a:r>
              <a:rPr lang="ko-KR" altLang="en-US" sz="2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김유림</a:t>
            </a:r>
            <a:endParaRPr lang="ko-KR" altLang="en-US" sz="2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0" cy="1071562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BCD8EFE-F763-1E68-F5C0-BBE2B6AA1069}"/>
              </a:ext>
            </a:extLst>
          </p:cNvPr>
          <p:cNvSpPr/>
          <p:nvPr/>
        </p:nvSpPr>
        <p:spPr>
          <a:xfrm>
            <a:off x="7441949" y="8537418"/>
            <a:ext cx="3929203" cy="3892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8C430-8789-1778-0045-E3302D4F353D}"/>
              </a:ext>
            </a:extLst>
          </p:cNvPr>
          <p:cNvSpPr txBox="1"/>
          <p:nvPr/>
        </p:nvSpPr>
        <p:spPr>
          <a:xfrm>
            <a:off x="6718426" y="8474106"/>
            <a:ext cx="5613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강지민 권유담 최영은 </a:t>
            </a:r>
            <a:r>
              <a:rPr lang="ko-KR" altLang="en-US" sz="2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김유림</a:t>
            </a: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사용자 지정</PresentationFormat>
  <Paragraphs>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나눔고딕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유담 권</cp:lastModifiedBy>
  <cp:revision>2</cp:revision>
  <dcterms:created xsi:type="dcterms:W3CDTF">2013-01-27T09:14:16Z</dcterms:created>
  <dcterms:modified xsi:type="dcterms:W3CDTF">2024-10-22T05:55:22Z</dcterms:modified>
  <cp:category/>
</cp:coreProperties>
</file>